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8.svg"/><Relationship Id="rId7" Type="http://schemas.openxmlformats.org/officeDocument/2006/relationships/image" Target="../media/image18.png"/><Relationship Id="rId6" Type="http://schemas.openxmlformats.org/officeDocument/2006/relationships/image" Target="../media/image6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9" Type="http://schemas.openxmlformats.org/officeDocument/2006/relationships/image" Target="../media/image26.png"/><Relationship Id="rId18" Type="http://schemas.openxmlformats.org/officeDocument/2006/relationships/image" Target="../media/image25.png"/><Relationship Id="rId17" Type="http://schemas.openxmlformats.org/officeDocument/2006/relationships/image" Target="../media/image24.png"/><Relationship Id="rId16" Type="http://schemas.openxmlformats.org/officeDocument/2006/relationships/image" Target="../media/image23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8.svg"/><Relationship Id="rId7" Type="http://schemas.openxmlformats.org/officeDocument/2006/relationships/image" Target="../media/image18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4.svg"/><Relationship Id="rId3" Type="http://schemas.openxmlformats.org/officeDocument/2006/relationships/image" Target="../media/image28.png"/><Relationship Id="rId2" Type="http://schemas.openxmlformats.org/officeDocument/2006/relationships/image" Target="../media/image14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6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28.png"/><Relationship Id="rId2" Type="http://schemas.openxmlformats.org/officeDocument/2006/relationships/image" Target="../media/image14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8.svg"/><Relationship Id="rId7" Type="http://schemas.openxmlformats.org/officeDocument/2006/relationships/image" Target="../media/image18.png"/><Relationship Id="rId6" Type="http://schemas.openxmlformats.org/officeDocument/2006/relationships/image" Target="../media/image6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28.png"/><Relationship Id="rId2" Type="http://schemas.openxmlformats.org/officeDocument/2006/relationships/image" Target="../media/image14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34.sv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/>
                <a:gridCol w="1708628"/>
                <a:gridCol w="1684394"/>
                <a:gridCol w="1684394"/>
                <a:gridCol w="1684394"/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/>
                <a:gridCol w="1161143"/>
                <a:gridCol w="1161143"/>
                <a:gridCol w="1161143"/>
                <a:gridCol w="1161143"/>
                <a:gridCol w="1161143"/>
                <a:gridCol w="1161143"/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/>
                <a:gridCol w="1161143"/>
                <a:gridCol w="1161143"/>
                <a:gridCol w="1161143"/>
                <a:gridCol w="1161143"/>
                <a:gridCol w="1161143"/>
                <a:gridCol w="1161143"/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WPS Presentation</Application>
  <PresentationFormat>Widescreen</PresentationFormat>
  <Paragraphs>137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Poppins</vt:lpstr>
      <vt:lpstr>Segoe Print</vt:lpstr>
      <vt:lpstr>Calibri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1608-22-733-136 SAMBHANGI JHUS</cp:lastModifiedBy>
  <cp:revision>9</cp:revision>
  <dcterms:created xsi:type="dcterms:W3CDTF">2024-10-05T18:58:00Z</dcterms:created>
  <dcterms:modified xsi:type="dcterms:W3CDTF">2026-10-22T06:55:19Z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109C0F1E520B4D5A8A70F35C296D913A_13</vt:lpwstr>
  </property>
  <property fmtid="{D5CDD505-2E9C-101B-9397-08002B2CF9AE}" pid="3" name="KSOProductBuildVer">
    <vt:lpwstr>1033-12.1.0.29162</vt:lpwstr>
  </property>
</Properties>
</file>